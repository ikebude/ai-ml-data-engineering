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Solutions I've designed, built and shipped</a:t>
            </a:r>
          </a:p>
          <a:p>
            <a:r>
              <a:t>Precious Ikebude — BI Scientist building AI/ML systems · github.com/ikebude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Economics foundation. BI precision. Production AI/ML.</a:t>
            </a:r>
          </a:p>
          <a:p>
            <a:r>
              <a:t>Junior Data Analyst at 3Consulting Limited (Lagos) building commercial compliance, fraud, and intelligence systems alongside open-source AI/ML products.</a:t>
            </a:r>
          </a:p>
          <a:p/>
          <a:p>
            <a:r>
              <a:t>AI / ML &amp; MLOps ():</a:t>
            </a:r>
          </a:p>
          <a:p/>
          <a:p>
            <a:r>
              <a:t>BI, Data &amp; Analytics ():</a:t>
            </a:r>
          </a:p>
          <a:p/>
          <a:p>
            <a:r>
              <a:t>Software, APIs &amp; Infra ():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I've built — Company vs. Personal</a:t>
            </a:r>
          </a:p>
          <a:p>
            <a:r>
              <a:t>Company platforms are shown strictly as engineering case studies (no proprietary source code). Personal products are open-source and reproducible.</a:t>
            </a:r>
          </a:p>
          <a:p/>
          <a:p>
            <a:r>
              <a:t>Industry Solutions (3Consulting Ltd.) ():</a:t>
            </a:r>
          </a:p>
          <a:p/>
          <a:p>
            <a:r>
              <a:t>Personal Products &amp; Open-Source Hub ():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Industry solutions at 3Consulting</a:t>
            </a:r>
          </a:p>
          <a:p>
            <a:r>
              <a:t>Commercial compliance, fraud prevention, and market intelligence platforms built in Lagos. Shown as engineering case studies; source code stays private.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SafeData</a:t>
            </a:r>
          </a:p>
          <a:p>
            <a:r>
              <a:t>Keep what you must. Release what you should. Automated data retention and consent-withdrawal disposal.</a:t>
            </a:r>
          </a:p>
          <a:p>
            <a:r>
              <a:t>- Tracks data categories past active use through to verifiable disposal</a:t>
            </a:r>
          </a:p>
          <a:p>
            <a:r>
              <a:t>- Connects via API &amp; webhooks to trigger disposal countdowns on consent withdrawal</a:t>
            </a:r>
          </a:p>
          <a:p>
            <a:r>
              <a:t>- Enforces legal holds and dual approvals before high-risk records are purged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unified engines: Retention &amp; Consent</a:t>
            </a:r>
          </a:p>
          <a:p>
            <a:r>
              <a:t>Designed so organisations govern data lifecycle compliance without hoarding sensitive personal records.</a:t>
            </a:r>
          </a:p>
          <a:p/>
          <a:p>
            <a:r>
              <a:t>1. Retention Tracking ():</a:t>
            </a:r>
          </a:p>
          <a:p/>
          <a:p>
            <a:r>
              <a:t>2. Consent Withdrawal ():</a:t>
            </a:r>
          </a:p>
          <a:p/>
          <a:p>
            <a:r>
              <a:t>3. Governance Registers ():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Auditable disposal queues &amp; legal holds</a:t>
            </a:r>
          </a:p>
          <a:p>
            <a:r>
              <a:t>Every retention expiry and consent withdrawal is tracked from intake to hash-sealed disposal.</a:t>
            </a:r>
          </a:p>
          <a:p>
            <a:r>
              <a:t>- Live countdowns for records awaiting single or dual DPO approval</a:t>
            </a:r>
          </a:p>
          <a:p>
            <a:r>
              <a:t>- One-click litigation hold freeze across affected categories</a:t>
            </a:r>
          </a:p>
          <a:p>
            <a:r>
              <a:t>- Multi-currency commercial onboarding with localised 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Database reliability, CI security &amp; lifecycle logic</a:t>
            </a:r>
          </a:p>
          <a:p>
            <a:r>
              <a:t>Focused on making the FastAPI + PostgreSQL backend verifiable, tenant-safe, and deployment-ready.</a:t>
            </a:r>
          </a:p>
          <a:p/>
          <a:p>
            <a:r>
              <a:t>Backend &amp; PostgreSQL Test Suite ():</a:t>
            </a:r>
          </a:p>
          <a:p/>
          <a:p>
            <a:r>
              <a:t>CI/CD &amp; Deployment Runbooks ():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Lawful retention and provable disposal — built for NDPA and GDPR compliance.</a:t>
            </a:r>
          </a:p>
          <a:p>
            <a:r>
              <a:t>Public showcase: https://safedata.3consult-ng.com · Case study: github.com/ikebude/ai-ml-data-engineering/tree/main/industry-work/safedata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FraudGuard</a:t>
            </a:r>
          </a:p>
          <a:p>
            <a:r>
              <a:t>Real-time transaction scoring, analyst triage queues, and continuous MLOps retraining.</a:t>
            </a:r>
          </a:p>
          <a:p>
            <a:r>
              <a:t>- Scores payments, transfers, and logins 0–1000 in real time</a:t>
            </a:r>
          </a:p>
          <a:p>
            <a:r>
              <a:t>- Auto-approves low risk, blocks high risk, and routes uncertain cases to analysts</a:t>
            </a:r>
          </a:p>
          <a:p>
            <a:r>
              <a:t>- Captures analyst decisions to retrain models and generate SAR compliance packs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Prioritised triage with plain-English risk reasons</a:t>
            </a:r>
          </a:p>
          <a:p>
            <a:r>
              <a:t>Analysts see why a transaction was flagged, linked devices/IPs, and SAR escalation controls.</a:t>
            </a:r>
          </a:p>
          <a:p>
            <a:r>
              <a:t>- Flask operations workspace with role-based queues and audit trails</a:t>
            </a:r>
          </a:p>
          <a:p>
            <a:r>
              <a:t>- Top feature drivers surfaced per transaction for fast human review</a:t>
            </a:r>
          </a:p>
          <a:p>
            <a:r>
              <a:t>- Built-in Suspicious Activity Report (SAR) triage and GDPR workflows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Event-driven streaming &amp; MLOps architecture</a:t>
            </a:r>
          </a:p>
          <a:p>
            <a:r>
              <a:t>Designed around a transactional outbox and single canonical prediction writer to prevent data loss or training-serving skew.</a:t>
            </a:r>
          </a:p>
          <a:p/>
          <a:p>
            <a:r>
              <a:t>1. Outbox &amp; Kafka Backbone ():</a:t>
            </a:r>
          </a:p>
          <a:p/>
          <a:p>
            <a:r>
              <a:t>2. Canonical Streaming Inference ():</a:t>
            </a:r>
          </a:p>
          <a:p/>
          <a:p>
            <a:r>
              <a:t>3. Airflow &amp; Observability ():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single-stack deployment to multi-industry packs</a:t>
            </a:r>
          </a:p>
          <a:p>
            <a:r>
              <a:t>Commercial-readiness architecture and pilot validation roadmap authored for 3Consulting.</a:t>
            </a:r>
          </a:p>
          <a:p/>
          <a:p>
            <a:r>
              <a:t>Shadow-Mode Pilot Protocol ():</a:t>
            </a:r>
          </a:p>
          <a:p/>
          <a:p>
            <a:r>
              <a:t>Pluggable Industry Packs ():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Africa Stablecoin Intelligence</a:t>
            </a:r>
          </a:p>
          <a:p>
            <a:r>
              <a:t>Tracking stablecoin adoption, corridor liquidity, and central-bank regulation across Africa.</a:t>
            </a:r>
          </a:p>
          <a:p>
            <a:r>
              <a:t>- Rolling live market indicators with explicit source &amp; timestamp provenance</a:t>
            </a:r>
          </a:p>
          <a:p>
            <a:r>
              <a:t>- Dedicated Market News and Regulatory Watchdog dispatches</a:t>
            </a:r>
          </a:p>
          <a:p>
            <a:r>
              <a:t>- Country-by-country regulatory intelligence directory across 54 jurisdictions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Structured intelligence across markets &amp; regulators</a:t>
            </a:r>
          </a:p>
          <a:p>
            <a:r>
              <a:t>Separating high-frequency market/corridor activity from high-impact regulatory policy shifts.</a:t>
            </a:r>
          </a:p>
          <a:p/>
          <a:p>
            <a:r>
              <a:t>Corridor &amp; Market Metrics ():</a:t>
            </a:r>
          </a:p>
          <a:p/>
          <a:p>
            <a:r>
              <a:t>Country Regulatory Tracker ():</a:t>
            </a:r>
          </a:p>
          <a:p/>
          <a:p>
            <a:r>
              <a:t>Editorial CMS &amp; Launch Ops ():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Bringing clarity to African digital-asset corridors and regulation.</a:t>
            </a:r>
          </a:p>
          <a:p>
            <a:r>
              <a:t>Live at https://africastablecoinintelligence.com · Case study: github.com/ikebude/ai-ml-data-engineering/tree/main/industry-work/africa-stablecoin-intelligence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Personal AI &amp; ML products</a:t>
            </a:r>
          </a:p>
          <a:p>
            <a:r>
              <a:t>Independently designed, trained, and shipped open-source systems — built with real evaluation metrics and reproducible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Moniguard v2</a:t>
            </a:r>
          </a:p>
          <a:p>
            <a:r>
              <a:t>End-to-end fraud scoring for Nigerian pay-on-delivery e-commerce and mobile money.</a:t>
            </a:r>
          </a:p>
          <a:p>
            <a:r>
              <a:t>- Single shared FeatureEngineer (74 velocity, behavioural &amp; graph features) across train and serve</a:t>
            </a:r>
          </a:p>
          <a:p>
            <a:r>
              <a:t>- Calibrated 70/30 XGBoost + Isolation Forest ensemble outputting 0–1000 scores</a:t>
            </a:r>
          </a:p>
          <a:p>
            <a:r>
              <a:t>- FastAPI POST /v1/score endpoint returning score, decision &amp; top reason codes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Measured on a strict 70/30 chronological split</a:t>
            </a:r>
          </a:p>
          <a:p>
            <a:r>
              <a:t>60,000 synthetic Nigerian PoD transactions across 180 simulated days (42k train, 18k held-out future test; ~2.66% fraud across 6 patterns). Reproduce with make demo.</a:t>
            </a:r>
          </a:p>
          <a:p/>
          <a:p>
            <a:r>
              <a:t>Why Chronological Split + PR-AUC? ():</a:t>
            </a:r>
          </a:p>
          <a:p/>
          <a:p>
            <a:r>
              <a:t>Next Milestones (Documented Honestly) ():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Lolo's Ledger</a:t>
            </a:r>
          </a:p>
          <a:p>
            <a:r>
              <a:t>Multi-asset trading journal, risk calculator, and educational AI coach (Desktop v1.1 + Web Monorepo).</a:t>
            </a:r>
          </a:p>
          <a:p>
            <a:r>
              <a:t>- 521/521 unit tests + 25 Playwright E2E tests passing in shipped FXLedger v1.1 desktop core</a:t>
            </a:r>
          </a:p>
          <a:p>
            <a:r>
              <a:t>- Tracks R-multiples, expectancy with 95% CIs, Sharpe/Sortino, MAE/MFE, and session heatmaps</a:t>
            </a:r>
          </a:p>
          <a:p>
            <a:r>
              <a:t>- Multi-broker CSV/HTML importers, MT4/5 &amp; Binance connectors, and tamper-evident audit hash chain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Enforcing math and psychology before every trade</a:t>
            </a:r>
          </a:p>
          <a:p>
            <a:r>
              <a:t>Built on pnpm + Turborepo (@ll/core, NestJS API, BullMQ worker, PostgreSQL/Redis, React web + Electron desktop).</a:t>
            </a:r>
          </a:p>
          <a:p/>
          <a:p>
            <a:r>
              <a:t>Position &amp; Daily Loss Calculator ():</a:t>
            </a:r>
          </a:p>
          <a:p/>
          <a:p>
            <a:r>
              <a:t>Behavioural &amp; Tilt Detection ():</a:t>
            </a:r>
          </a:p>
          <a:p/>
          <a:p>
            <a:r>
              <a:t>Strict AI Coach Guardrails ():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 Operations Agent</a:t>
            </a:r>
          </a:p>
          <a:p>
            <a:r>
              <a:t>Ask business data plain-English questions over a governed YAML semantic layer.</a:t>
            </a:r>
          </a:p>
          <a:p>
            <a:r>
              <a:t>- LLM writes SQL strictly against approved metric views — never raw unvalidated tables</a:t>
            </a:r>
          </a:p>
          <a:p>
            <a:r>
              <a:t>- AST SQL guard enforces SELECT-only, table allow-lists, row limits, timeouts, and PII masking</a:t>
            </a:r>
          </a:p>
          <a:p>
            <a:r>
              <a:t>- Daily KPI anomaly monitors and weekly executive summaries evaluated on a 50-pair CI benchmark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Credit, Retention &amp; Finance ML</a:t>
            </a:r>
          </a:p>
          <a:p>
            <a:r>
              <a:t>Turning exploratory notebooks into interactive decision products.</a:t>
            </a:r>
          </a:p>
          <a:p>
            <a:r>
              <a:t>- LoanLens: Prosper P2P default scorecard (WoE + LightGBM) &amp; approval simulator</a:t>
            </a:r>
          </a:p>
          <a:p>
            <a:r>
              <a:t>- Customer Intelligence: RFM segments, churn action list &amp; BG/NBD CLV backtest</a:t>
            </a:r>
          </a:p>
          <a:p>
            <a:r>
              <a:t>- AIOps Expense Tracker: NGN finance app with ML categoriser &amp; receipt OCR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ML, SQL &amp; Power BI projects + client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I build, evaluate and ship</a:t>
            </a:r>
          </a:p>
          <a:p>
            <a:r>
              <a:t>Every project in my portfolio follows strict data-honesty, testing, and security rules.</a:t>
            </a:r>
          </a:p>
          <a:p/>
          <a:p>
            <a:r>
              <a:t>1. Honest ML Evaluation ():</a:t>
            </a:r>
          </a:p>
          <a:p/>
          <a:p>
            <a:r>
              <a:t>2. Reproducible MLOps &amp; CI ():</a:t>
            </a:r>
          </a:p>
          <a:p/>
          <a:p>
            <a:r>
              <a:t>3. Security &amp; Governance ():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Precious Ikebude — BI Scientist building AI/ML systems</a:t>
            </a:r>
          </a:p>
          <a:p>
            <a:r>
              <a:t>Available for AI/ML Engineer, BI Scientist, Data Scientist, Data Engineer, and Data Analyst roles (Lagos · Hybrid · Remote).</a:t>
            </a:r>
          </a:p>
          <a:p/>
          <a:p>
            <a:r>
              <a:t>Direct Contact &amp; Links ():</a:t>
            </a:r>
          </a:p>
          <a:p/>
          <a:p>
            <a:r>
              <a:t>What I Bring to Your Team ():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about-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map-of-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ection-compa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afedata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afedata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safedata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safedata-engin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safedata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fraudguard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fraudguard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fraudguard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fraudguard-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asi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asi-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asi-stat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section-pers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moniguard-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moniguard-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lolos-ledger-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lolos-ledger-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bi-agent-loanl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loanlens-customer-exp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ml-bi-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how-i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